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56432"/>
            <a:ext cx="12188952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0" y="502920"/>
            <a:ext cx="1764792" cy="12801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54864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EcoLens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5D6A7"/>
                </a:solidFill>
                <a:latin typeface="Calibri"/>
              </a:rPr>
              <a:t>Smart Plastic Recycling &amp; Reward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291840"/>
            <a:ext cx="3959352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BSE4203 – Group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E6C9"/>
                </a:solidFill>
                <a:latin typeface="Calibri"/>
              </a:rPr>
              <a:t>Tusiime Emmanuel  ·  [Group Members]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  <a:latin typeface="Calibri"/>
              </a:rPr>
              <a:t>Department of Computer Science  |  Makerere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1C784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The plastic waste crisis affecting Uganda and sub-Saharan Africa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651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36M+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57575"/>
                </a:solidFill>
                <a:latin typeface="Calibri"/>
              </a:rPr>
              <a:t>kg of plastic waste
produced yearly
in Uganda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651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&lt;5%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86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57575"/>
                </a:solidFill>
                <a:latin typeface="Calibri"/>
              </a:rPr>
              <a:t>of plastic waste
is formally
recycled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2651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Kamwokya
Kivulu
Kibuye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57575"/>
                </a:solidFill>
                <a:latin typeface="Calibri"/>
              </a:rPr>
              <a:t>Most affected
informal
settlements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325880"/>
            <a:ext cx="2651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86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57575"/>
                </a:solidFill>
                <a:latin typeface="Calibri"/>
              </a:rPr>
              <a:t>financial incentive
for citizens to
recycle plastic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49039"/>
            <a:ext cx="11365992" cy="365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86200"/>
            <a:ext cx="1136599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🗑  Plastic bottles are dumped in drainage channels, causing flooding in Kampala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💸  No reward mechanism motivates citizens to bring plastics to collection points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📊  Waste collectors lack digital tools to track collection volume and reward distribution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🤖  Manual sorting is slow, error-prone and cannot scale across multiple collection 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Solution — EcoLens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An end-to-end smart recycling system with AI-powered classification and instant airtime rewards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7575"/>
                </a:solidFill>
                <a:latin typeface="Calibri"/>
              </a:rPr>
              <a:t>EcoLens is a complete recycling incentive platform built on Raspberry Pi, YOLOv8 AI, and mobile technology.
Citizens dispose of plastic bottles at smart kiosks and earn airtime rewards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274320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274320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♻️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Calibri"/>
              </a:rPr>
              <a:t>Smart Kiosk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04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Raspberry Pi-powered disposal unit with a 7" touchscreen. Accepts plastic bottles and drives the full user interaction.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331720"/>
            <a:ext cx="274320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2331720"/>
            <a:ext cx="27432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565C0"/>
                </a:solidFill>
                <a:latin typeface="Calibri"/>
              </a:rPr>
              <a:t>AI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5204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YOLOv8 model runs locally on the Pi, classifying each item as plastic or non-plastic in under 2 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2331720"/>
            <a:ext cx="274320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A1B9A"/>
                </a:solidFill>
                <a:latin typeface="Calibri"/>
              </a:rPr>
              <a:t>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5204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React Native app lets users track points, view disposal history, and redeem airtime on MTN or Airtel Uganda.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2331720"/>
            <a:ext cx="274320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2331720"/>
            <a:ext cx="274320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🖥️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C00"/>
                </a:solidFill>
                <a:latin typeface="Calibri"/>
              </a:rPr>
              <a:t>Admin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35204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Calibri"/>
              </a:rPr>
              <a:t>Web-based console for admins to monitor kiosks, manage users, and track airtime redemptions in real time.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Four integrated layers communicating over REST APIs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01168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8074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Hardware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Raspberry Pi 4B
IMX219 Camera (Pi Cam v2)
7" HDMI Touchscreen
pygame Kiosk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87752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87752"/>
            <a:ext cx="201168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261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AI / ML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YOLOv8 (best.pt model)
FastAPI service on port 7860
Runs locally on Pi — no cloud needed
Confidence threshold: 40%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9624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49624"/>
            <a:ext cx="201168" cy="1097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04487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  <a:latin typeface="Calibri"/>
              </a:rPr>
              <a:t>Backend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33672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Node.js + Express + Sequelize
PostgreSQL database
Deployed on Railway
JWT authentication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11496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111496"/>
            <a:ext cx="201168" cy="10972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66359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  <a:latin typeface="Calibri"/>
              </a:rPr>
              <a:t>Client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95544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React Native mobile app (Expo SDK 54)
Web admin dashboard (Vanilla JS)
Africa's Talking Airtime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261872"/>
            <a:ext cx="6062472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261872"/>
            <a:ext cx="6062472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12801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Disposal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1719072"/>
            <a:ext cx="58064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① User enters code at kiosk touchscreen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② Bottle inserted → camera captures image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③ YOLOv8 on Pi classifies image locally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④ Result sent to Railway backend via HTTPS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⑤ 50 points credited to user account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⑥ User redeems points → airtime via Africa's Talking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⑦ Admin monitors all activity on web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A seamless journey from disposal to airtime reward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14884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234440"/>
            <a:ext cx="59436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12121"/>
                </a:solidFill>
                <a:latin typeface="Calibri"/>
              </a:rPr>
              <a:t>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70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5E20"/>
                </a:solidFill>
                <a:latin typeface="Calibri"/>
              </a:rP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154680"/>
            <a:ext cx="1920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User downloads the EcoLens mobile app and creates an account. Receives a unique 6-character user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3A047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298448"/>
            <a:ext cx="214884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234440"/>
            <a:ext cx="59436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12121"/>
                </a:solidFill>
                <a:latin typeface="Calibri"/>
              </a:rP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70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5E20"/>
                </a:solidFill>
                <a:latin typeface="Calibri"/>
              </a:rPr>
              <a:t>Visit 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154680"/>
            <a:ext cx="1920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User visits an EcoLens disposal kiosk and enters their user code on the touchscreen.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3A047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79" y="1298448"/>
            <a:ext cx="214884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19" y="1234440"/>
            <a:ext cx="59436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19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12121"/>
                </a:solidFill>
                <a:latin typeface="Calibri"/>
              </a:rPr>
              <a:t>♻️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19" y="2670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5E20"/>
                </a:solidFill>
                <a:latin typeface="Calibri"/>
              </a:rPr>
              <a:t>Insert Bottle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7" y="3154680"/>
            <a:ext cx="1920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User inserts a plastic bottle. The Pi camera captures the image and YOLOv8 classifies it in ~2 seconds.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9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3A047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199" y="1298448"/>
            <a:ext cx="214884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1234440"/>
            <a:ext cx="59436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9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12121"/>
                </a:solidFill>
                <a:latin typeface="Calibri"/>
              </a:rPr>
              <a:t>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670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5E20"/>
                </a:solidFill>
                <a:latin typeface="Calibri"/>
              </a:rPr>
              <a:t>Earn 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7" y="3154680"/>
            <a:ext cx="1920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Accepted plastics earn 50 points per bottle, credited instantly to the user's account.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3A047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19" y="1298448"/>
            <a:ext cx="214884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24159" y="1234440"/>
            <a:ext cx="59436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9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12121"/>
                </a:solidFill>
                <a:latin typeface="Calibri"/>
              </a:rPr>
              <a:t>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59" y="2670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5E20"/>
                </a:solidFill>
                <a:latin typeface="Calibri"/>
              </a:rPr>
              <a:t>Redeem Airtime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7" y="3154680"/>
            <a:ext cx="1920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Once 100+ points are accumulated, the user redeems them for MTN or Airtel Uganda airtime (min UGX 100).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897880"/>
            <a:ext cx="11548872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💡  50 points per bottle  ·  1 point = UGX 1 airtime  ·  Minimum redemption: 100 points (UGX 100)  ·  MTN &amp; Airtel Uganda supported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Smart Kiosk — Raspberry 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Standalone edge device running the full disposal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30352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530352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🔧  Hardware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830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Raspberry Pi 4B (4GB 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502920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Camera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IMX219 (Pi Camera v2, 8MP)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88920"/>
            <a:ext cx="502920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8803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7" HDMI Touchscreen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502920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290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Raspberry Pi OS (Debian Bookworm)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86200"/>
            <a:ext cx="502920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77639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MicroSD 32GB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34840"/>
            <a:ext cx="502920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5262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WiFi 802.11ac (built-in)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83480"/>
            <a:ext cx="502920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7492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UI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0749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pygame (fullscreen kiosk mode)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32120"/>
            <a:ext cx="502920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235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7575"/>
                </a:solidFill>
                <a:latin typeface="Calibri"/>
              </a:rPr>
              <a:t>Boot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6235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Autologin → startx → kiosk.py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1298448"/>
            <a:ext cx="5833872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1298448"/>
            <a:ext cx="5833872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1316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💻  Kiosk Software Flow (kiosk.py)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783080"/>
            <a:ext cx="5029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783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178308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Calibri"/>
              </a:rPr>
              <a:t>Idle 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19842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Displays EcoLens logo, invites user to enter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423160"/>
            <a:ext cx="50292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24231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Code Entry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6243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Virtual keyboard → user enters 6-char code → backend verifies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063239"/>
            <a:ext cx="5029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0632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63239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Calibri"/>
              </a:rPr>
              <a:t>Session Start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2644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POST /api/disposal/start → session ID created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3703320"/>
            <a:ext cx="50292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3703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370332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Camera Capture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390448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Picamera2 captures JPEG → sent to localhost:7860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343400"/>
            <a:ext cx="5029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4343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434340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Calibri"/>
              </a:rPr>
              <a:t>AI Classify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45445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YOLOv8 returns label + confidence → accept/reject decision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983480"/>
            <a:ext cx="50292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49834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498348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Event Post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51846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POST /api/disposal/event → 50 pts if accepted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5623559"/>
            <a:ext cx="5029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56235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5623559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Calibri"/>
              </a:rPr>
              <a:t>Session 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582472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User taps Done → POST /api/disposal/end → results shown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Classification — YOLOv8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On-device machine learning for real-time plastic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48640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🤖  Model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783080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YOLOv8 (You Only Look Once v8)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21991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76856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Model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276856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best.pt  (custom-trained)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15768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70632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770632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JPEG image from Pi Camera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09544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6440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264408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Class label + confidence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03320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58184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Classes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758184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bottle_plastic, no_detection,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97096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51960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251960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40% confidence to accept classification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90872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45736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Inference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745736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~1–2 seconds on Raspberry Pi 4B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84648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39512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5239512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FastAPI on localhost:7860  (POST /classify)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678424"/>
            <a:ext cx="5212080" cy="9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73328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Calibri"/>
              </a:rPr>
              <a:t>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733288"/>
            <a:ext cx="3291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ecolens-ml.service  (systemd, auto-start)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298448"/>
            <a:ext cx="5605272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298448"/>
            <a:ext cx="56052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316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 Classification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7830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2121"/>
                </a:solidFill>
                <a:latin typeface="Calibri"/>
              </a:rPr>
              <a:t>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1783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Image Capture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2057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Picamera2 captures frame
on session item scan 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3A047"/>
                </a:solidFill>
                <a:latin typeface="Calibri"/>
              </a:rPr>
              <a:t>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679191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2121"/>
                </a:solidFill>
                <a:latin typeface="Calibri"/>
              </a:rPr>
              <a:t>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267919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HTTP 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295351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kiosk.py sends JPEG to
localhost:7860/classify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33755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3A047"/>
                </a:solidFill>
                <a:latin typeface="Calibri"/>
              </a:rPr>
              <a:t>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753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2121"/>
                </a:solidFill>
                <a:latin typeface="Calibri"/>
              </a:rPr>
              <a:t>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35753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YOLO Inference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384962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YOLOv8 runs detection,
returns top prediction +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233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3A047"/>
                </a:solidFill>
                <a:latin typeface="Calibri"/>
              </a:rPr>
              <a:t>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471416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2121"/>
                </a:solidFill>
                <a:latin typeface="Calibri"/>
              </a:rPr>
              <a:t>⚖️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447141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Decision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474573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confidence ≥ 40% AND
class = bottle_plastic → Accept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129783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3A047"/>
                </a:solidFill>
                <a:latin typeface="Calibri"/>
              </a:rPr>
              <a:t>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3675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2121"/>
                </a:solidFill>
                <a:latin typeface="Calibri"/>
              </a:rPr>
              <a:t>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53675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Backend Update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56418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Result + points posted to
Railway backend via HTTPS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Mobile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React Native app for Android — user-facing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74320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74320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5E20"/>
                </a:solidFill>
                <a:latin typeface="Calibri"/>
              </a:rPr>
              <a:t>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2377440" cy="274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48716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Welcome banner with user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145536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User code card (shown at kiosk)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8039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50 pts per bottle earning badge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462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Progress bar toward 100pt minimum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51206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Stats: points, airtime, acceptance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77900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Lifetime impact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1298448"/>
            <a:ext cx="274320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298448"/>
            <a:ext cx="27432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7288" y="2395728"/>
            <a:ext cx="2377440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48716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Full list of disposal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145536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Summary: Scanned / Accepted / 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8039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Green ✓ / Red ✗ status chips per 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462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Formatted labels (bottle_plastic → Bottle Plastic)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206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Confidence % shown per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77900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Offline error state handling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1298448"/>
            <a:ext cx="274320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1298448"/>
            <a:ext cx="274320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65C00"/>
                </a:solidFill>
                <a:latin typeface="Calibri"/>
              </a:rPr>
              <a:t>Redeem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91656" y="2395728"/>
            <a:ext cx="2377440" cy="274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48716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Current points + UGX equivalent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3145536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Quick amounts: 100 / 200 / 500 / 1000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8039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"Use all" shortcut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4462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Conversion preview (pts → UGX → bottles)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51206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Confirmation dialog before payout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577900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Success screen with txn details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53144" y="1298448"/>
            <a:ext cx="274320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53144" y="1298448"/>
            <a:ext cx="274320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53144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A1B9A"/>
                </a:solidFill>
                <a:latin typeface="Calibri"/>
              </a:rPr>
              <a:t>Profile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36024" y="2395728"/>
            <a:ext cx="2377440" cy="274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17736" y="248716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Avatar with initials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17736" y="3145536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Points / Lifetime / Airtime summary row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17736" y="38039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Account info: name, email, code, joined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17736" y="4462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Editable airtime phone number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17736" y="51206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Redemption history (last 10)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7736" y="577900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Logout with confirmation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Reward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Incentivising plastic recycling through mobile airtime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4688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46888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♻️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Insert Plastic Bottle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Calibri"/>
              </a:rPr>
              <a:t>1 accepted
bottle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3A047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325880"/>
            <a:ext cx="24688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325880"/>
            <a:ext cx="2468880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240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7F17"/>
                </a:solidFill>
                <a:latin typeface="Calibri"/>
              </a:rPr>
              <a:t>Earn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6334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Calibri"/>
              </a:rPr>
              <a:t>+50 points
credited instantly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103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3A047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325880"/>
            <a:ext cx="24688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1325880"/>
            <a:ext cx="246888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240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Accumulate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6334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Calibri"/>
              </a:rPr>
              <a:t>Min 100 points
= 2 bottles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103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3A047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325880"/>
            <a:ext cx="24688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325880"/>
            <a:ext cx="246888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Calibr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40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A1B9A"/>
                </a:solidFill>
                <a:latin typeface="Calibri"/>
              </a:rPr>
              <a:t>Redeem Airtime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334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Calibri"/>
              </a:rPr>
              <a:t>UGX 100+
MTN / Airtel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11457432" cy="36576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7947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Economics at a Glance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11457432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3068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Points per disposal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3068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50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30682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Set via POINTS_PER_DISPOSAL env variable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1145743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764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Exchange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4764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1 point = UGX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76402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Set via POINTS_TO_UGX_RATE env variable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66360"/>
            <a:ext cx="11457432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2212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Minimum redemption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52212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100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22122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UGX 100 airtime — 2 bottles needed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23560"/>
            <a:ext cx="1145743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6784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Maximum per transaction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56784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200,000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67842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UGX 200,000 (Africa's Talking limit)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080760"/>
            <a:ext cx="11457432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1356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Networks supported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61356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MTN Uganda · Airtel Uganda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613562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Via Africa's Talking Airtime API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Tools and frameworks powering EcoLens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6235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562356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Hardware &amp;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7393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Raspberry Pi 4B (4GB)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Pi Camera v2 (IMX219)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pygame — kiosk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8094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Picamera2 — camera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systemd — service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98448"/>
            <a:ext cx="56235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98448"/>
            <a:ext cx="562356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533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/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7393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YOLOv8 — object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7627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Ultralytics — model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78608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FastAPI — ML inference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8094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Python 3 —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Pillow — image 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33087"/>
            <a:ext cx="56235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133087"/>
            <a:ext cx="5623560" cy="365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8795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08575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Node.js + Express.js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0109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Sequelize 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7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PostgreSQL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15583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JWT authentication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17919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Railway — cloud deployment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133087"/>
            <a:ext cx="56235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133087"/>
            <a:ext cx="562356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8795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Mobile &amp; 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608575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React Native (Expo SDK 54)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109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Expo Router — navigation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13247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EAS Build — APK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815583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Vanilla JS — admin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6217919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✓  Africa's Talking — airtime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Real-time web console for system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11457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57575"/>
                </a:solidFill>
                <a:latin typeface="Calibri"/>
              </a:rPr>
              <a:t>A single-page web application served from the Railway backend. Accessible at eco-lens-production.up.railway.app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5623560" cy="2176272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562356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0116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📊 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441448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Live stats: total disposals, accepted items, total points awarded, active kiosks, user count, acceptance rate. Auto-refreshes every 60 seconds.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623560" cy="2176272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62356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0116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♻️  Kiosk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441448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Grid of kiosk cards showing online/offline status, bin capacity bar, session stats. Drill-down to full event log per kiosk. Reset bin after emptying.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5623560" cy="2176272"/>
          </a:xfrm>
          <a:prstGeom prst="rect">
            <a:avLst/>
          </a:prstGeom>
          <a:solidFill>
            <a:srgbClr val="FFFFFF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562356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389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A1B9A"/>
                </a:solidFill>
                <a:latin typeface="Calibri"/>
              </a:rPr>
              <a:t>👥  User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818888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Searchable table of all users with points balance, phone network badge, activation status. Inline activate/deactivate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251960"/>
            <a:ext cx="5623560" cy="2176272"/>
          </a:xfrm>
          <a:prstGeom prst="rect">
            <a:avLst/>
          </a:prstGeom>
          <a:solidFill>
            <a:srgbClr val="FFFFFF"/>
          </a:solidFill>
          <a:ln w="1016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251960"/>
            <a:ext cx="562356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389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5C00"/>
                </a:solidFill>
                <a:latin typeface="Calibri"/>
              </a:rPr>
              <a:t>💸  Redemptions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Full airtime payout history with filter by status (Successful / Failed / Pending). Shows txn IDs from Africa's Talking and UGX amounts.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&amp;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End-to-end system successfully operational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49808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417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End-to-End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91640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Complete disposal → points → airtime redemption pipeline operational on real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0552"/>
            <a:ext cx="1145743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219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Calibr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221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On-Device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496312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YOLOv8 correctly classifies PET plastic bottles with &gt;80% accuracy, running locally on Pi (no cloud dependency)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35224"/>
            <a:ext cx="11457432" cy="749808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2666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0266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Real-Time Rewards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300984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Points credited within 3 seconds of bottle insertion; airtime disbursed via Africa's Talking within 30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39896"/>
            <a:ext cx="1145743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31335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83133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Multi-Platform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105656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Android mobile app, Raspberry Pi kiosk, and web admin dashboard all integrated and tested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44568"/>
            <a:ext cx="11457432" cy="749808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36007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636007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Scalable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910328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Railway deployment handles concurrent kiosk sessions; supports multiple kiosk units via unique UNIT_ID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49240"/>
            <a:ext cx="1145743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40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Calibri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440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Secure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715000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Separate JWT tokens for users and admins; phone-verified airtime payouts prevent fraud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63640"/>
            <a:ext cx="11457432" cy="10972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How We Solved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Key engineering obstacles encountered during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14574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201168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Camera Conflict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82495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3300"/>
                </a:solidFill>
                <a:latin typeface="Calibri"/>
              </a:rPr>
              <a:t>⚠  Two processes (systemd service + startx kiosk) both tried to access the Pi camera, causing NoneType crashes.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82495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Disabled the ecolens-kiosk.service; kept only the autologin → startx → kiosk.py boot path. One process owns the camera.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82495"/>
            <a:ext cx="18288" cy="7498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114574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201168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24912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Model Not Found on 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3300"/>
                </a:solidFill>
                <a:latin typeface="Calibri"/>
              </a:rPr>
              <a:t>⚠  YOLO model (best.pt) was never copied to Pi — ML service crashed silently on every boot, causing all disposals to fail with misleading "Backend Unreachable" 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35808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SCP'd best.pt to /home/ecolens/. The misleading error was because ConnectionError from the ML call was caught as "backend" error.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035808"/>
            <a:ext cx="18288" cy="7498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05072"/>
            <a:ext cx="114574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05072"/>
            <a:ext cx="201168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78224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SSH Boot Hang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3300"/>
                </a:solidFill>
                <a:latin typeface="Calibri"/>
              </a:rPr>
              <a:t>⚠  Pi hung at ssh.service for 60–90 seconds on every boot due to insufficient entropy for SSH key operations.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8912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Installed haveged and rng-tools-debian to feed the entropy pool early in boot. SSH now passes in under 5 seconds.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389120"/>
            <a:ext cx="18288" cy="7498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358383"/>
            <a:ext cx="114574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358383"/>
            <a:ext cx="201168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3153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Broken Service 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42431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3300"/>
                </a:solidFill>
                <a:latin typeface="Calibri"/>
              </a:rPr>
              <a:t>⚠  ecolens-ml.service had content before [Unit] header (user edit error), causing "Assignment outside of section" warnings and unreliable boot startup.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742431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Rewrote the service file cleanly. Changed WantedBy from graphical.target to multi-user.target for reliable headless startup.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5742431"/>
            <a:ext cx="18288" cy="7498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Calibri"/>
              </a:rPr>
              <a:t>Roadmap for scaling EcoLens beyond the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6576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65760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07568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Multi-Location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441448"/>
            <a:ext cx="343814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Deploy kiosks across Kampala markets (Nakawa, Owino, Kibuye). Each kiosk gets a unique UNIT_ID. Admin dashboard already supports multi-kiosk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6576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325880"/>
            <a:ext cx="365760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417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07568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Improved ML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441448"/>
            <a:ext cx="343814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Expand training dataset to cover crushed bottles, coloured plastics, and other recyclables (glass, metal). Currently only detects clear PET bottles reliably.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6576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325880"/>
            <a:ext cx="365760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417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07568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Offline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2441448"/>
            <a:ext cx="343814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Allow kiosk to queue disposal events locally when internet is down and sync to backend when connection is restored.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40480"/>
            <a:ext cx="36576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40480"/>
            <a:ext cx="365760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931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59028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Mobile Money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956048"/>
            <a:ext cx="343814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Extend beyond airtime to MTN MoMo and Airtel Money direct deposits, increasing redemption value and attractiveness.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840480"/>
            <a:ext cx="36576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840480"/>
            <a:ext cx="365760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3931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59028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Analytics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4956048"/>
            <a:ext cx="343814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Add time-series charts showing disposal trends per kiosk, peak usage hours, and environmental impact metrics (kg of plastic diverted).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3840480"/>
            <a:ext cx="36576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3840480"/>
            <a:ext cx="365760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3931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121"/>
                </a:solidFill>
                <a:latin typeface="Calibri"/>
              </a:rPr>
              <a:t>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7" y="459028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School Programme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4956048"/>
            <a:ext cx="343814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Partner with Kampala schools to install kiosks and reward students with data bundles instead of airtime.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EcoLens | BSE4203 Group 6 |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3566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73552"/>
            <a:ext cx="12188952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5D6A7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090672"/>
            <a:ext cx="3959352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EcoLens — Smart Plastic Recycling &amp; Reward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E6C9"/>
                </a:solidFill>
                <a:latin typeface="Calibri"/>
              </a:rPr>
              <a:t>BSE4203 Group 6  ·  Makerere University  ·  July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617720"/>
            <a:ext cx="8531352" cy="1691640"/>
          </a:xfrm>
          <a:prstGeom prst="rect">
            <a:avLst/>
          </a:prstGeom>
          <a:solidFill>
            <a:srgbClr val="144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75488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  <a:latin typeface="Calibri"/>
              </a:rPr>
              <a:t>🌐  Backend:   eco-lens-production.up.railway.app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13892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  <a:latin typeface="Calibri"/>
              </a:rPr>
              <a:t>📱  Mobile:    React Native · Expo SDK 54 · Android APK v1.1.0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52297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  <a:latin typeface="Calibri"/>
              </a:rPr>
              <a:t>🤖  AI Model:  YOLOv8 on Raspberry Pi 4B (edge inference)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90702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  <a:latin typeface="Calibri"/>
              </a:rPr>
              <a:t>💸  Rewards:   Africa's Talking · MTN Uganda · Airtel Uganda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